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Draft</c:v>
                  </c:pt>
                  <c:pt idx="1">
                    <c:v>In Review</c:v>
                  </c:pt>
                  <c:pt idx="2">
                    <c:v>Approved</c:v>
                  </c:pt>
                  <c:pt idx="3">
                    <c:v>Issued</c:v>
                  </c:pt>
                  <c:pt idx="4">
                    <c:v>Archived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Document Control Assistant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57D"/>
                </a:solidFill>
              </a:rPr>
              <a:t>Unified platform for document intake, AI metadata, workflow control, audit trail, analytics, and final reporting.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2606040" cy="320040"/>
          </a:xfrm>
          <a:prstGeom prst="roundRect">
            <a:avLst>
              <a:gd name="adj" fmla="val 34286"/>
            </a:avLst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862072"/>
            <a:ext cx="2459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13 Final Demonstration</a:t>
            </a:r>
            <a:endParaRPr lang="en-US" sz="1000" dirty="0"/>
          </a:p>
        </p:txBody>
      </p:sp>
      <p:pic>
        <p:nvPicPr>
          <p:cNvPr id="7" name="Image 0" descr="/mnt/data/cubic/Week 13/AI Document Control Assistant/doc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234440"/>
            <a:ext cx="3611880" cy="2560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4572000"/>
            <a:ext cx="1033272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4663440"/>
            <a:ext cx="1011326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End-to-end lifecycle: Draft -&gt; Review -&gt; Approve -&gt; Issue -&gt; Archive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02920" y="644652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Cubic Engineering Consultancy | Week 13 Final Demonstration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3842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was integrated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57D"/>
                </a:solidFill>
              </a:rPr>
              <a:t>A single platform combines all previously developed document-control modules.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EEF3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920240"/>
            <a:ext cx="1746504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Intake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source text and sample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87168" y="2240280"/>
            <a:ext cx="384048" cy="256032"/>
          </a:xfrm>
          <a:prstGeom prst="rightArrow">
            <a:avLst/>
          </a:prstGeom>
          <a:solidFill>
            <a:srgbClr val="B8C6EA"/>
          </a:solidFill>
          <a:ln w="12700">
            <a:solidFill>
              <a:srgbClr val="B8C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182880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1920240"/>
            <a:ext cx="1746504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AI engine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metadata, discipline, type, confidence, risk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73168" y="2240280"/>
            <a:ext cx="384048" cy="256032"/>
          </a:xfrm>
          <a:prstGeom prst="rightArrow">
            <a:avLst/>
          </a:prstGeom>
          <a:solidFill>
            <a:srgbClr val="B8C6EA"/>
          </a:solidFill>
          <a:ln w="12700">
            <a:solidFill>
              <a:srgbClr val="B8C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6360" y="182880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EEF3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76088" y="1920240"/>
            <a:ext cx="1746504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Workflow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controlled states and transition validation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59168" y="2240280"/>
            <a:ext cx="384048" cy="256032"/>
          </a:xfrm>
          <a:prstGeom prst="rightArrow">
            <a:avLst/>
          </a:prstGeom>
          <a:solidFill>
            <a:srgbClr val="B8C6EA"/>
          </a:solidFill>
          <a:ln w="12700">
            <a:solidFill>
              <a:srgbClr val="B8C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182880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920240"/>
            <a:ext cx="1746504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Audit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traceable event history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45168" y="2240280"/>
            <a:ext cx="384048" cy="256032"/>
          </a:xfrm>
          <a:prstGeom prst="rightArrow">
            <a:avLst/>
          </a:prstGeom>
          <a:solidFill>
            <a:srgbClr val="B8C6EA"/>
          </a:solidFill>
          <a:ln w="12700">
            <a:solidFill>
              <a:srgbClr val="B8C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182880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EEF3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48088" y="1920240"/>
            <a:ext cx="1746504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Analytics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status, discipline, risk, and performance KPIs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416052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4251960"/>
            <a:ext cx="1002182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Result: one deployable FastAPI dashboard with API endpoints, database, tests, reports, documentation, and presentation.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Cubic Engineering Consultancy | Week 13 Final Demonstration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842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57D"/>
                </a:solidFill>
              </a:rPr>
              <a:t>Service boundaries keep the final demo complete and future-ready.</a:t>
            </a:r>
            <a:endParaRPr lang="en-US" sz="1100" dirty="0"/>
          </a:p>
        </p:txBody>
      </p:sp>
      <p:pic>
        <p:nvPicPr>
          <p:cNvPr id="5" name="Image 0" descr="/mnt/data/cubic/Week 13/AI Document Control Assistant/doc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1083564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44652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Cubic Engineering Consultancy | Week 13 Final Demonstration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3842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workflow states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57D"/>
                </a:solidFill>
              </a:rPr>
              <a:t>Documents move through a traceable lifecycle with validation rules.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20240"/>
            <a:ext cx="165506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Draft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Created and classified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32304" y="2139696"/>
            <a:ext cx="411480" cy="274320"/>
          </a:xfrm>
          <a:prstGeom prst="rightArrow">
            <a:avLst/>
          </a:prstGeom>
          <a:solidFill>
            <a:srgbClr val="A9B8DC"/>
          </a:solidFill>
          <a:ln w="12700">
            <a:solidFill>
              <a:srgbClr val="A9B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18288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81528" y="1920240"/>
            <a:ext cx="165506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In Review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Engineering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64024" y="2139696"/>
            <a:ext cx="411480" cy="274320"/>
          </a:xfrm>
          <a:prstGeom prst="rightArrow">
            <a:avLst/>
          </a:prstGeom>
          <a:solidFill>
            <a:srgbClr val="A9B8DC"/>
          </a:solidFill>
          <a:ln w="12700">
            <a:solidFill>
              <a:srgbClr val="A9B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8288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EAF7ED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1920240"/>
            <a:ext cx="165506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Approved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Ready to issue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95744" y="2139696"/>
            <a:ext cx="411480" cy="274320"/>
          </a:xfrm>
          <a:prstGeom prst="rightArrow">
            <a:avLst/>
          </a:prstGeom>
          <a:solidFill>
            <a:srgbClr val="A9B8DC"/>
          </a:solidFill>
          <a:ln w="12700">
            <a:solidFill>
              <a:srgbClr val="A9B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18288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44968" y="1920240"/>
            <a:ext cx="165506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Issued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Released to team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27464" y="2139696"/>
            <a:ext cx="411480" cy="274320"/>
          </a:xfrm>
          <a:prstGeom prst="rightArrow">
            <a:avLst/>
          </a:prstGeom>
          <a:solidFill>
            <a:srgbClr val="A9B8DC"/>
          </a:solidFill>
          <a:ln w="12700">
            <a:solidFill>
              <a:srgbClr val="A9B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18288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76688" y="1920240"/>
            <a:ext cx="165506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Archived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Controlled record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416052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4251960"/>
            <a:ext cx="97475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Rejected documents return to Draft for correction, creating a visible audit trail instead of uncontrolled revision changes.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Cubic Engineering Consultancy | Week 13 Final Demonstration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842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and reporting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57D"/>
                </a:solidFill>
              </a:rPr>
              <a:t>The web interface turns the document register into operational KPIs.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50876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645920"/>
            <a:ext cx="448056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93408" y="1737360"/>
            <a:ext cx="426110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Core KPIs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Total documents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Open reviews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Average confidence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High-risk count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83680" y="379476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93408" y="3886200"/>
            <a:ext cx="42611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Reporting outputs are available in the dashboard and through `/api/analytics/summary` for integration.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644652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Cubic Engineering Consultancy | Week 13 Final Demonstration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3842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metadata and classification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57D"/>
                </a:solidFill>
              </a:rPr>
              <a:t>The demo uses explainable, testable logic for safe final demonstration.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EEF3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91640"/>
            <a:ext cx="3026664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Extracted metadata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Title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Document number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Revision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80560" y="160020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691640"/>
            <a:ext cx="3026664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Classification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Discipline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Document type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Confidence score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83880" y="160020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FF7E8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93608" y="1691640"/>
            <a:ext cx="3026664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Risk scoring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Keywords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Review urgency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Audit support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" y="4343400"/>
            <a:ext cx="10241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4434840"/>
            <a:ext cx="1002182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Accuracy report: 5 demo test cases, 100% discipline accuracy, 100% document-type accuracy, 0.19 ms average latency per document.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Cubic Engineering Consultancy | Week 13 Final Demonstration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3842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demonstration path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57D"/>
                </a:solidFill>
              </a:rPr>
              <a:t>The demo proves the complete lifecycle rather than isolated scripts.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EEF3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298094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1. Seed sample records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15087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1600200"/>
            <a:ext cx="298094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2. Open dashboard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21040" y="15087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EEF3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30768" y="1600200"/>
            <a:ext cx="298094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3. Review document detail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886200"/>
            <a:ext cx="298094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4. Apply workflow transition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0" y="37947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EEF3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3886200"/>
            <a:ext cx="298094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5. Inspect audit trail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21040" y="37947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3886200"/>
            <a:ext cx="298094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6. Run tests and evaluation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Cubic Engineering Consultancy | Week 13 Final Demonstration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842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deliverables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57D"/>
                </a:solidFill>
              </a:rPr>
              <a:t>Week 13 package is ready for submission and demonstration.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63040"/>
            <a:ext cx="4443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Integrated FastAPI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463040"/>
            <a:ext cx="4443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Dashboard and workflow states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606040"/>
            <a:ext cx="4443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Architecture diagram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09360" y="251460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2606040"/>
            <a:ext cx="4443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Technical documentation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49040"/>
            <a:ext cx="4443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Accuracy and performance report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365760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3749040"/>
            <a:ext cx="4443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Demo presentation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257800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D8E1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5349240"/>
            <a:ext cx="983894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Submission-ready project folder: cubic/Week 13/AI Document Control Assistant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Cubic Engineering Consultancy | Week 13 Final Demonstration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842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496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Cubic Engineering Consultancy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Document Control Assistant Demo Presentation</dc:title>
  <dc:subject>Week 13 AI Document Control Assistant Platform</dc:subject>
  <dc:creator>Cubic Engineering Consultancy</dc:creator>
  <cp:lastModifiedBy>Cubic Engineering Consultancy</cp:lastModifiedBy>
  <cp:revision>1</cp:revision>
  <dcterms:created xsi:type="dcterms:W3CDTF">2026-07-03T13:18:15Z</dcterms:created>
  <dcterms:modified xsi:type="dcterms:W3CDTF">2026-07-03T13:18:15Z</dcterms:modified>
</cp:coreProperties>
</file>